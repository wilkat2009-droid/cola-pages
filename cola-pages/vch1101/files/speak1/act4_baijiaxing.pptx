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22" name="副標題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0040F-0EDF-4122-98EA-F314BFC5E97C}" type="datetimeFigureOut">
              <a:rPr lang="zh-TW" altLang="en-US" smtClean="0"/>
              <a:pPr/>
              <a:t>2021/8/30</a:t>
            </a:fld>
            <a:endParaRPr lang="zh-TW" altLang="en-US"/>
          </a:p>
        </p:txBody>
      </p:sp>
      <p:sp>
        <p:nvSpPr>
          <p:cNvPr id="20" name="頁尾版面配置區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C4C7D-886B-4DA8-9F50-2BA9EB3F50CE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0040F-0EDF-4122-98EA-F314BFC5E97C}" type="datetimeFigureOut">
              <a:rPr lang="zh-TW" altLang="en-US" smtClean="0"/>
              <a:pPr/>
              <a:t>2021/8/30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C4C7D-886B-4DA8-9F50-2BA9EB3F50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0040F-0EDF-4122-98EA-F314BFC5E97C}" type="datetimeFigureOut">
              <a:rPr lang="zh-TW" altLang="en-US" smtClean="0"/>
              <a:pPr/>
              <a:t>2021/8/30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C4C7D-886B-4DA8-9F50-2BA9EB3F50CE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0040F-0EDF-4122-98EA-F314BFC5E97C}" type="datetimeFigureOut">
              <a:rPr lang="zh-TW" altLang="en-US" smtClean="0"/>
              <a:pPr/>
              <a:t>2021/8/30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C4C7D-886B-4DA8-9F50-2BA9EB3F50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0040F-0EDF-4122-98EA-F314BFC5E97C}" type="datetimeFigureOut">
              <a:rPr lang="zh-TW" altLang="en-US" smtClean="0"/>
              <a:pPr/>
              <a:t>2021/8/30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C4C7D-886B-4DA8-9F50-2BA9EB3F50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0040F-0EDF-4122-98EA-F314BFC5E97C}" type="datetimeFigureOut">
              <a:rPr lang="zh-TW" altLang="en-US" smtClean="0"/>
              <a:pPr/>
              <a:t>2021/8/30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C4C7D-886B-4DA8-9F50-2BA9EB3F50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0040F-0EDF-4122-98EA-F314BFC5E97C}" type="datetimeFigureOut">
              <a:rPr lang="zh-TW" altLang="en-US" smtClean="0"/>
              <a:pPr/>
              <a:t>2021/8/30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C4C7D-886B-4DA8-9F50-2BA9EB3F50CE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0040F-0EDF-4122-98EA-F314BFC5E97C}" type="datetimeFigureOut">
              <a:rPr lang="zh-TW" altLang="en-US" smtClean="0"/>
              <a:pPr/>
              <a:t>2021/8/30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C4C7D-886B-4DA8-9F50-2BA9EB3F50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0040F-0EDF-4122-98EA-F314BFC5E97C}" type="datetimeFigureOut">
              <a:rPr lang="zh-TW" altLang="en-US" smtClean="0"/>
              <a:pPr/>
              <a:t>2021/8/30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C4C7D-886B-4DA8-9F50-2BA9EB3F50CE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9" name="流程圖: 程序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流程圖: 程序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0040F-0EDF-4122-98EA-F314BFC5E97C}" type="datetimeFigureOut">
              <a:rPr lang="zh-TW" altLang="en-US" smtClean="0"/>
              <a:pPr/>
              <a:t>2021/8/30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C4C7D-886B-4DA8-9F50-2BA9EB3F50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0040F-0EDF-4122-98EA-F314BFC5E97C}" type="datetimeFigureOut">
              <a:rPr lang="zh-TW" altLang="en-US" smtClean="0"/>
              <a:pPr/>
              <a:t>2021/8/30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C4C7D-886B-4DA8-9F50-2BA9EB3F50C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形圖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甜甜圈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文字版面配置區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24" name="日期版面配置區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B6F0040F-0EDF-4122-98EA-F314BFC5E97C}" type="datetimeFigureOut">
              <a:rPr lang="zh-TW" altLang="en-US" smtClean="0"/>
              <a:pPr/>
              <a:t>2021/8/30</a:t>
            </a:fld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FAAC4C7D-886B-4DA8-9F50-2BA9EB3F50CE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課題一 初次</a:t>
            </a:r>
            <a:r>
              <a:rPr lang="zh-CN" altLang="en-US" dirty="0"/>
              <a:t>見面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276600"/>
            <a:ext cx="7406640" cy="1752600"/>
          </a:xfrm>
        </p:spPr>
        <p:txBody>
          <a:bodyPr/>
          <a:lstStyle/>
          <a:p>
            <a:pPr algn="ctr"/>
            <a:r>
              <a:rPr lang="zh-TW" altLang="en-US" sz="4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延伸學習</a:t>
            </a:r>
            <a:r>
              <a:rPr lang="zh-TW" altLang="en-US" sz="4000" b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二 百家姓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8792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百家姓（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以普通話讀出以下姓氏</a:t>
            </a:r>
            <a:endParaRPr lang="en-US" altLang="zh-CN" dirty="0" smtClean="0"/>
          </a:p>
          <a:p>
            <a:endParaRPr lang="zh-TW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128241"/>
              </p:ext>
            </p:extLst>
          </p:nvPr>
        </p:nvGraphicFramePr>
        <p:xfrm>
          <a:off x="1371600" y="2438395"/>
          <a:ext cx="7239000" cy="36576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189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 </a:t>
                      </a:r>
                      <a:r>
                        <a:rPr lang="zh-CN" altLang="en-US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王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  </a:t>
                      </a:r>
                      <a:r>
                        <a:rPr lang="zh-CN" altLang="en-US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楊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  </a:t>
                      </a:r>
                      <a:r>
                        <a:rPr lang="zh-CN" altLang="en-US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徐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  </a:t>
                      </a:r>
                      <a:r>
                        <a:rPr lang="zh-CN" altLang="en-US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郭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  </a:t>
                      </a:r>
                      <a:r>
                        <a:rPr lang="zh-CN" altLang="en-US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萬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886"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6  </a:t>
                      </a:r>
                      <a:r>
                        <a:rPr lang="zh-CN" altLang="en-US" sz="3200" dirty="0" smtClean="0"/>
                        <a:t>鄭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7  </a:t>
                      </a:r>
                      <a:r>
                        <a:rPr lang="zh-CN" altLang="en-US" sz="3200" dirty="0" smtClean="0"/>
                        <a:t>許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8  </a:t>
                      </a:r>
                      <a:r>
                        <a:rPr lang="zh-CN" altLang="en-US" sz="3200" dirty="0" smtClean="0"/>
                        <a:t>彭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9  </a:t>
                      </a:r>
                      <a:r>
                        <a:rPr lang="zh-CN" altLang="en-US" sz="3200" dirty="0" smtClean="0"/>
                        <a:t>袁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 smtClean="0">
                          <a:solidFill>
                            <a:schemeClr val="tx1"/>
                          </a:solidFill>
                        </a:rPr>
                        <a:t>10  </a:t>
                      </a:r>
                      <a:r>
                        <a:rPr lang="zh-CN" altLang="en-US" sz="3200" dirty="0" smtClean="0">
                          <a:solidFill>
                            <a:schemeClr val="tx1"/>
                          </a:solidFill>
                        </a:rPr>
                        <a:t>余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0240"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11  </a:t>
                      </a:r>
                      <a:r>
                        <a:rPr lang="zh-CN" altLang="en-US" sz="3200" dirty="0" smtClean="0"/>
                        <a:t>魏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12  </a:t>
                      </a:r>
                      <a:r>
                        <a:rPr lang="zh-CN" altLang="en-US" sz="3200" dirty="0" smtClean="0"/>
                        <a:t>姚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13  </a:t>
                      </a:r>
                      <a:r>
                        <a:rPr lang="zh-CN" altLang="en-US" sz="3200" dirty="0" smtClean="0"/>
                        <a:t>譚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14  </a:t>
                      </a:r>
                      <a:r>
                        <a:rPr lang="zh-CN" altLang="en-US" sz="3200" dirty="0" smtClean="0"/>
                        <a:t>石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 smtClean="0">
                          <a:solidFill>
                            <a:schemeClr val="tx1"/>
                          </a:solidFill>
                        </a:rPr>
                        <a:t>15  </a:t>
                      </a:r>
                      <a:r>
                        <a:rPr lang="zh-CN" altLang="en-US" sz="3200" dirty="0" smtClean="0">
                          <a:solidFill>
                            <a:schemeClr val="tx1"/>
                          </a:solidFill>
                        </a:rPr>
                        <a:t>傅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3584"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16  </a:t>
                      </a:r>
                      <a:r>
                        <a:rPr lang="zh-CN" altLang="en-US" sz="3200" dirty="0" smtClean="0"/>
                        <a:t>熊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17  </a:t>
                      </a:r>
                      <a:r>
                        <a:rPr lang="zh-CN" altLang="en-US" sz="3200" dirty="0" smtClean="0"/>
                        <a:t>薛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18  </a:t>
                      </a:r>
                      <a:r>
                        <a:rPr lang="zh-CN" altLang="en-US" sz="3200" dirty="0" smtClean="0"/>
                        <a:t>龍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19  </a:t>
                      </a:r>
                      <a:r>
                        <a:rPr lang="zh-CN" altLang="en-US" sz="3200" dirty="0" smtClean="0"/>
                        <a:t>顧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 smtClean="0"/>
                        <a:t>20  </a:t>
                      </a:r>
                      <a:r>
                        <a:rPr lang="zh-CN" altLang="en-US" sz="3200" dirty="0" smtClean="0"/>
                        <a:t>戴</a:t>
                      </a:r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08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百家姓（</a:t>
            </a:r>
            <a:r>
              <a:rPr lang="en-US" altLang="zh-CN" dirty="0"/>
              <a:t>2</a:t>
            </a:r>
            <a:r>
              <a:rPr lang="zh-CN" altLang="en-US" dirty="0" smtClean="0"/>
              <a:t>）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以普通話讀出以下姓氏</a:t>
            </a:r>
            <a:endParaRPr lang="en-US" altLang="zh-CN" dirty="0" smtClean="0"/>
          </a:p>
          <a:p>
            <a:endParaRPr lang="zh-TW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980425"/>
              </p:ext>
            </p:extLst>
          </p:nvPr>
        </p:nvGraphicFramePr>
        <p:xfrm>
          <a:off x="1295399" y="2438395"/>
          <a:ext cx="7238999" cy="36576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524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8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2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2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189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 </a:t>
                      </a:r>
                      <a:r>
                        <a:rPr lang="zh-CN" altLang="en-US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李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  </a:t>
                      </a:r>
                      <a:r>
                        <a:rPr lang="zh-CN" altLang="en-US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孫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  </a:t>
                      </a:r>
                      <a:r>
                        <a:rPr lang="zh-CN" altLang="en-US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黃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  </a:t>
                      </a:r>
                      <a:r>
                        <a:rPr lang="zh-CN" altLang="en-US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何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  </a:t>
                      </a:r>
                      <a:r>
                        <a:rPr lang="zh-CN" altLang="en-US" sz="32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梁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886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6  </a:t>
                      </a:r>
                      <a:r>
                        <a:rPr lang="zh-CN" altLang="en-US" sz="3200" dirty="0" smtClean="0"/>
                        <a:t>韓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7  </a:t>
                      </a:r>
                      <a:r>
                        <a:rPr lang="zh-CN" altLang="en-US" sz="3200" dirty="0" smtClean="0"/>
                        <a:t>潘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8  </a:t>
                      </a:r>
                      <a:r>
                        <a:rPr lang="zh-CN" altLang="en-US" sz="3200" dirty="0" smtClean="0"/>
                        <a:t>呂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9  </a:t>
                      </a:r>
                      <a:r>
                        <a:rPr lang="zh-CN" altLang="en-US" sz="3200" dirty="0" smtClean="0"/>
                        <a:t>陸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10  </a:t>
                      </a:r>
                      <a:r>
                        <a:rPr lang="zh-CN" altLang="en-US" sz="3200" dirty="0" smtClean="0"/>
                        <a:t>方</a:t>
                      </a:r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0240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11  </a:t>
                      </a:r>
                      <a:r>
                        <a:rPr lang="zh-CN" altLang="en-US" sz="3200" dirty="0" smtClean="0"/>
                        <a:t>閆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12  </a:t>
                      </a:r>
                      <a:r>
                        <a:rPr lang="zh-CN" altLang="en-US" sz="3200" dirty="0" smtClean="0"/>
                        <a:t>毛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13 </a:t>
                      </a:r>
                      <a:r>
                        <a:rPr lang="zh-CN" altLang="en-US" sz="3200" dirty="0" smtClean="0"/>
                        <a:t>莫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14 </a:t>
                      </a:r>
                      <a:r>
                        <a:rPr lang="zh-CN" altLang="en-US" sz="3200" dirty="0" smtClean="0"/>
                        <a:t>曾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15  </a:t>
                      </a:r>
                      <a:r>
                        <a:rPr lang="zh-CN" altLang="en-US" sz="3200" dirty="0" smtClean="0"/>
                        <a:t>杜</a:t>
                      </a:r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3584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16  </a:t>
                      </a:r>
                      <a:r>
                        <a:rPr lang="zh-CN" altLang="en-US" sz="3200" dirty="0" smtClean="0"/>
                        <a:t>盧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17  </a:t>
                      </a:r>
                      <a:r>
                        <a:rPr lang="zh-CN" altLang="en-US" sz="3200" dirty="0" smtClean="0"/>
                        <a:t>廖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18  </a:t>
                      </a:r>
                      <a:r>
                        <a:rPr lang="zh-CN" altLang="en-US" sz="3200" dirty="0" smtClean="0"/>
                        <a:t>秦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19  </a:t>
                      </a:r>
                      <a:r>
                        <a:rPr lang="zh-CN" altLang="en-US" sz="3200" dirty="0" smtClean="0"/>
                        <a:t>史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20  </a:t>
                      </a:r>
                      <a:r>
                        <a:rPr lang="zh-CN" altLang="en-US" sz="3200" dirty="0" smtClean="0"/>
                        <a:t>錢</a:t>
                      </a:r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22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百家姓（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以普通話讀出以下姓氏</a:t>
            </a:r>
            <a:endParaRPr lang="en-US" altLang="zh-CN" dirty="0" smtClean="0"/>
          </a:p>
          <a:p>
            <a:endParaRPr lang="zh-TW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897720"/>
              </p:ext>
            </p:extLst>
          </p:nvPr>
        </p:nvGraphicFramePr>
        <p:xfrm>
          <a:off x="1143000" y="2438395"/>
          <a:ext cx="7239000" cy="365760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258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6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50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2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189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1  </a:t>
                      </a:r>
                      <a:r>
                        <a:rPr lang="zh-CN" altLang="en-US" sz="3200" b="0" kern="1200" dirty="0" smtClean="0"/>
                        <a:t>張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2  </a:t>
                      </a:r>
                      <a:r>
                        <a:rPr lang="zh-CN" altLang="en-US" sz="3200" b="0" kern="1200" dirty="0" smtClean="0"/>
                        <a:t>馬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3  </a:t>
                      </a:r>
                      <a:r>
                        <a:rPr lang="zh-CN" altLang="en-US" sz="3200" b="0" kern="1200" dirty="0" smtClean="0"/>
                        <a:t>趙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4  </a:t>
                      </a:r>
                      <a:r>
                        <a:rPr lang="zh-CN" altLang="en-US" sz="3200" b="0" kern="1200" dirty="0" smtClean="0"/>
                        <a:t>高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5  </a:t>
                      </a:r>
                      <a:r>
                        <a:rPr lang="zh-CN" altLang="en-US" sz="3200" b="0" kern="1200" dirty="0" smtClean="0"/>
                        <a:t>謝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886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6  </a:t>
                      </a:r>
                      <a:r>
                        <a:rPr lang="zh-CN" altLang="en-US" sz="3200" dirty="0" smtClean="0"/>
                        <a:t>肖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7  </a:t>
                      </a:r>
                      <a:r>
                        <a:rPr lang="zh-CN" altLang="en-US" sz="3200" dirty="0" smtClean="0"/>
                        <a:t>葉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8  </a:t>
                      </a:r>
                      <a:r>
                        <a:rPr lang="zh-CN" altLang="en-US" sz="3200" dirty="0" smtClean="0"/>
                        <a:t>姜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9  </a:t>
                      </a:r>
                      <a:r>
                        <a:rPr lang="zh-CN" altLang="en-US" sz="3200" dirty="0" smtClean="0"/>
                        <a:t>賈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10  </a:t>
                      </a:r>
                      <a:r>
                        <a:rPr lang="zh-CN" altLang="en-US" sz="3200" dirty="0" smtClean="0"/>
                        <a:t>邱</a:t>
                      </a:r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0240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11  </a:t>
                      </a:r>
                      <a:r>
                        <a:rPr lang="zh-CN" altLang="en-US" sz="3200" dirty="0" smtClean="0"/>
                        <a:t>陶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12  </a:t>
                      </a:r>
                      <a:r>
                        <a:rPr lang="zh-CN" altLang="en-US" sz="3200" dirty="0" smtClean="0"/>
                        <a:t>嚴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13  </a:t>
                      </a:r>
                      <a:r>
                        <a:rPr lang="zh-CN" altLang="en-US" sz="3200" dirty="0" smtClean="0"/>
                        <a:t>馮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14 </a:t>
                      </a:r>
                      <a:r>
                        <a:rPr lang="en-US" altLang="zh-TW" sz="32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zh-CN" altLang="en-US" sz="3200" dirty="0" smtClean="0">
                          <a:solidFill>
                            <a:schemeClr val="tx1"/>
                          </a:solidFill>
                        </a:rPr>
                        <a:t>于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15  </a:t>
                      </a:r>
                      <a:r>
                        <a:rPr lang="zh-CN" altLang="en-US" sz="3200" dirty="0" smtClean="0"/>
                        <a:t>丁</a:t>
                      </a:r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3584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16  </a:t>
                      </a:r>
                      <a:r>
                        <a:rPr lang="zh-CN" altLang="en-US" sz="3200" dirty="0" smtClean="0"/>
                        <a:t>汪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17  </a:t>
                      </a:r>
                      <a:r>
                        <a:rPr lang="zh-CN" altLang="en-US" sz="3200" dirty="0" smtClean="0"/>
                        <a:t>白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18  </a:t>
                      </a:r>
                      <a:r>
                        <a:rPr lang="zh-CN" altLang="en-US" sz="3200" dirty="0" smtClean="0"/>
                        <a:t>段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19  </a:t>
                      </a:r>
                      <a:r>
                        <a:rPr lang="zh-CN" altLang="en-US" sz="3200" dirty="0" smtClean="0">
                          <a:solidFill>
                            <a:schemeClr val="tx1"/>
                          </a:solidFill>
                        </a:rPr>
                        <a:t>郝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20  </a:t>
                      </a:r>
                      <a:r>
                        <a:rPr lang="zh-CN" altLang="en-US" sz="3200" dirty="0" smtClean="0"/>
                        <a:t>孔</a:t>
                      </a:r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15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百家姓（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以普通話讀出以下姓氏</a:t>
            </a:r>
            <a:endParaRPr lang="en-US" altLang="zh-CN" dirty="0" smtClean="0"/>
          </a:p>
          <a:p>
            <a:endParaRPr lang="zh-TW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770085"/>
              </p:ext>
            </p:extLst>
          </p:nvPr>
        </p:nvGraphicFramePr>
        <p:xfrm>
          <a:off x="1066799" y="2438399"/>
          <a:ext cx="6781803" cy="3657596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295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78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188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1  </a:t>
                      </a:r>
                      <a:r>
                        <a:rPr lang="zh-CN" altLang="en-US" sz="3200" b="0" kern="1200" dirty="0" smtClean="0"/>
                        <a:t>劉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2  </a:t>
                      </a:r>
                      <a:r>
                        <a:rPr lang="zh-CN" altLang="en-US" sz="3200" b="0" kern="1200" dirty="0" smtClean="0"/>
                        <a:t>朱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3  </a:t>
                      </a:r>
                      <a:r>
                        <a:rPr lang="zh-CN" altLang="en-US" sz="3200" b="0" kern="1200" dirty="0" smtClean="0"/>
                        <a:t>宋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4  </a:t>
                      </a:r>
                      <a:r>
                        <a:rPr lang="zh-CN" altLang="en-US" sz="3200" b="0" kern="1200" dirty="0" smtClean="0"/>
                        <a:t>田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5  </a:t>
                      </a:r>
                      <a:r>
                        <a:rPr lang="zh-CN" altLang="en-US" sz="3200" b="0" kern="1200" dirty="0" smtClean="0"/>
                        <a:t>程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886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6  </a:t>
                      </a:r>
                      <a:r>
                        <a:rPr lang="zh-CN" altLang="en-US" sz="3200" dirty="0" smtClean="0"/>
                        <a:t>崔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7  </a:t>
                      </a:r>
                      <a:r>
                        <a:rPr lang="zh-CN" altLang="en-US" sz="3200" dirty="0" smtClean="0"/>
                        <a:t>夏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8  </a:t>
                      </a:r>
                      <a:r>
                        <a:rPr lang="zh-CN" altLang="en-US" sz="3200" dirty="0" smtClean="0"/>
                        <a:t>江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9  </a:t>
                      </a:r>
                      <a:r>
                        <a:rPr lang="zh-CN" altLang="en-US" sz="3200" dirty="0" smtClean="0"/>
                        <a:t>黎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10 </a:t>
                      </a:r>
                      <a:r>
                        <a:rPr lang="zh-CN" altLang="en-US" sz="3200" dirty="0" smtClean="0"/>
                        <a:t>覃</a:t>
                      </a:r>
                      <a:endParaRPr lang="zh-TW" altLang="en-US" sz="3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0240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11 </a:t>
                      </a:r>
                      <a:r>
                        <a:rPr lang="zh-CN" altLang="en-US" sz="3200" dirty="0" smtClean="0"/>
                        <a:t>吳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12 </a:t>
                      </a:r>
                      <a:r>
                        <a:rPr lang="zh-CN" altLang="en-US" sz="3200" dirty="0" smtClean="0"/>
                        <a:t>林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13 </a:t>
                      </a:r>
                      <a:r>
                        <a:rPr lang="zh-CN" altLang="en-US" sz="3200" dirty="0" smtClean="0"/>
                        <a:t>鄧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14 </a:t>
                      </a:r>
                      <a:r>
                        <a:rPr lang="zh-CN" altLang="en-US" sz="3200" dirty="0" smtClean="0"/>
                        <a:t>蔣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15 </a:t>
                      </a:r>
                      <a:r>
                        <a:rPr lang="zh-CN" altLang="en-US" sz="3200" dirty="0" smtClean="0"/>
                        <a:t>任</a:t>
                      </a:r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3584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16  </a:t>
                      </a:r>
                      <a:r>
                        <a:rPr lang="zh-CN" altLang="en-US" sz="3200" dirty="0" smtClean="0"/>
                        <a:t>范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17 </a:t>
                      </a:r>
                      <a:r>
                        <a:rPr lang="zh-CN" altLang="en-US" sz="3200" dirty="0" smtClean="0"/>
                        <a:t>鄒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18 </a:t>
                      </a:r>
                      <a:r>
                        <a:rPr lang="zh-CN" altLang="en-US" sz="3200" dirty="0" smtClean="0"/>
                        <a:t>雷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19 </a:t>
                      </a:r>
                      <a:r>
                        <a:rPr lang="zh-CN" altLang="en-US" sz="3200" dirty="0" smtClean="0"/>
                        <a:t>龔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20 </a:t>
                      </a:r>
                      <a:r>
                        <a:rPr lang="zh-CN" altLang="en-US" sz="3200" dirty="0" smtClean="0"/>
                        <a:t>向</a:t>
                      </a:r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15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百家姓（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以普通話讀出以下姓氏</a:t>
            </a:r>
            <a:endParaRPr lang="en-US" altLang="zh-CN" dirty="0" smtClean="0"/>
          </a:p>
          <a:p>
            <a:endParaRPr lang="zh-TW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908807"/>
              </p:ext>
            </p:extLst>
          </p:nvPr>
        </p:nvGraphicFramePr>
        <p:xfrm>
          <a:off x="990599" y="2438395"/>
          <a:ext cx="6934201" cy="36576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290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0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3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189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1  </a:t>
                      </a:r>
                      <a:r>
                        <a:rPr lang="zh-CN" altLang="en-US" sz="3200" b="0" kern="1200" dirty="0" smtClean="0"/>
                        <a:t>陳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2  </a:t>
                      </a:r>
                      <a:r>
                        <a:rPr lang="zh-CN" altLang="en-US" sz="3200" b="0" kern="1200" dirty="0" smtClean="0"/>
                        <a:t>周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3 </a:t>
                      </a:r>
                      <a:r>
                        <a:rPr lang="zh-CN" altLang="en-US" sz="3200" b="0" kern="1200" dirty="0" smtClean="0"/>
                        <a:t>胡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4  </a:t>
                      </a:r>
                      <a:r>
                        <a:rPr lang="zh-CN" altLang="en-US" sz="3200" b="0" kern="1200" dirty="0" smtClean="0"/>
                        <a:t>羅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TW" sz="3200" b="0" kern="1200" dirty="0" smtClean="0"/>
                        <a:t>5  </a:t>
                      </a:r>
                      <a:r>
                        <a:rPr lang="zh-CN" altLang="en-US" sz="3200" b="0" kern="1200" dirty="0" smtClean="0"/>
                        <a:t>唐</a:t>
                      </a:r>
                      <a:endParaRPr lang="zh-TW" altLang="en-US" sz="3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886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6  </a:t>
                      </a:r>
                      <a:r>
                        <a:rPr lang="zh-CN" altLang="en-US" sz="3200" dirty="0" smtClean="0"/>
                        <a:t>董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7  </a:t>
                      </a:r>
                      <a:r>
                        <a:rPr lang="zh-CN" altLang="en-US" sz="3200" dirty="0" smtClean="0"/>
                        <a:t>蘇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8  </a:t>
                      </a:r>
                      <a:r>
                        <a:rPr lang="zh-CN" altLang="en-US" sz="3200" dirty="0" smtClean="0"/>
                        <a:t>鐘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9  </a:t>
                      </a:r>
                      <a:r>
                        <a:rPr lang="zh-CN" altLang="en-US" sz="3200" dirty="0" smtClean="0"/>
                        <a:t>韋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10  </a:t>
                      </a:r>
                      <a:r>
                        <a:rPr lang="zh-CN" altLang="en-US" sz="3200" dirty="0" smtClean="0"/>
                        <a:t>尹</a:t>
                      </a:r>
                      <a:endParaRPr lang="zh-TW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0240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11  </a:t>
                      </a:r>
                      <a:r>
                        <a:rPr lang="zh-CN" altLang="en-US" sz="3200" dirty="0" smtClean="0"/>
                        <a:t>賀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12  </a:t>
                      </a:r>
                      <a:r>
                        <a:rPr lang="zh-CN" altLang="en-US" sz="3200" dirty="0" smtClean="0"/>
                        <a:t>武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13  </a:t>
                      </a:r>
                      <a:r>
                        <a:rPr lang="zh-CN" altLang="en-US" sz="3200" dirty="0" smtClean="0"/>
                        <a:t>曹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14  </a:t>
                      </a:r>
                      <a:r>
                        <a:rPr lang="zh-CN" altLang="en-US" sz="3200" dirty="0" smtClean="0">
                          <a:solidFill>
                            <a:schemeClr val="tx1"/>
                          </a:solidFill>
                        </a:rPr>
                        <a:t>蔡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15  </a:t>
                      </a:r>
                      <a:r>
                        <a:rPr lang="zh-CN" altLang="en-US" sz="3200" dirty="0" smtClean="0">
                          <a:solidFill>
                            <a:schemeClr val="tx1"/>
                          </a:solidFill>
                        </a:rPr>
                        <a:t>沈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3584"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16  </a:t>
                      </a:r>
                      <a:r>
                        <a:rPr lang="zh-CN" altLang="en-US" sz="3200" dirty="0" smtClean="0"/>
                        <a:t>金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17  </a:t>
                      </a:r>
                      <a:r>
                        <a:rPr lang="zh-CN" altLang="en-US" sz="3200" dirty="0" smtClean="0"/>
                        <a:t>孟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/>
                        <a:t>18  </a:t>
                      </a:r>
                      <a:r>
                        <a:rPr lang="zh-CN" altLang="en-US" sz="3200" dirty="0" smtClean="0"/>
                        <a:t>侯</a:t>
                      </a:r>
                      <a:endParaRPr lang="zh-TW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19  </a:t>
                      </a:r>
                      <a:r>
                        <a:rPr lang="zh-CN" altLang="en-US" sz="3200" dirty="0" smtClean="0">
                          <a:solidFill>
                            <a:schemeClr val="tx1"/>
                          </a:solidFill>
                        </a:rPr>
                        <a:t>邵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dirty="0" smtClean="0">
                          <a:solidFill>
                            <a:schemeClr val="tx1"/>
                          </a:solidFill>
                        </a:rPr>
                        <a:t>20  </a:t>
                      </a:r>
                      <a:r>
                        <a:rPr lang="zh-CN" altLang="en-US" sz="3200" dirty="0" smtClean="0">
                          <a:solidFill>
                            <a:schemeClr val="tx1"/>
                          </a:solidFill>
                        </a:rPr>
                        <a:t>湯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5152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347471E60DA7449292AEBFFBA9AECF" ma:contentTypeVersion="15" ma:contentTypeDescription="Create a new document." ma:contentTypeScope="" ma:versionID="7613e9161d6189a6c673ca5e58ca3aa4">
  <xsd:schema xmlns:xsd="http://www.w3.org/2001/XMLSchema" xmlns:xs="http://www.w3.org/2001/XMLSchema" xmlns:p="http://schemas.microsoft.com/office/2006/metadata/properties" xmlns:ns2="b7154b8b-7d8e-4ea2-8ad1-c13bef0e8e32" xmlns:ns3="87401b2b-b0f1-4de6-8d5a-61e0ed5ee93d" targetNamespace="http://schemas.microsoft.com/office/2006/metadata/properties" ma:root="true" ma:fieldsID="097ea365366a090ce0abafd42a1e13fd" ns2:_="" ns3:_="">
    <xsd:import namespace="b7154b8b-7d8e-4ea2-8ad1-c13bef0e8e32"/>
    <xsd:import namespace="87401b2b-b0f1-4de6-8d5a-61e0ed5ee93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_x5b57__x6578_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154b8b-7d8e-4ea2-8ad1-c13bef0e8e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137b6782-a318-4bf4-984d-634bf1ea49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5b57__x6578_" ma:index="21" nillable="true" ma:displayName="字數" ma:format="Dropdown" ma:internalName="_x5b57__x6578_" ma:percentage="FALSE">
      <xsd:simpleType>
        <xsd:restriction base="dms:Number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401b2b-b0f1-4de6-8d5a-61e0ed5ee93d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0c731dbf-d01f-4b4d-997d-20b1510e83fd}" ma:internalName="TaxCatchAll" ma:showField="CatchAllData" ma:web="87401b2b-b0f1-4de6-8d5a-61e0ed5ee9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7154b8b-7d8e-4ea2-8ad1-c13bef0e8e32">
      <Terms xmlns="http://schemas.microsoft.com/office/infopath/2007/PartnerControls"/>
    </lcf76f155ced4ddcb4097134ff3c332f>
    <TaxCatchAll xmlns="87401b2b-b0f1-4de6-8d5a-61e0ed5ee93d" xsi:nil="true"/>
    <_x5b57__x6578_ xmlns="b7154b8b-7d8e-4ea2-8ad1-c13bef0e8e32" xsi:nil="true"/>
  </documentManagement>
</p:properties>
</file>

<file path=customXml/itemProps1.xml><?xml version="1.0" encoding="utf-8"?>
<ds:datastoreItem xmlns:ds="http://schemas.openxmlformats.org/officeDocument/2006/customXml" ds:itemID="{872C7814-0DE0-438E-BDF6-07BA943A60F4}"/>
</file>

<file path=customXml/itemProps2.xml><?xml version="1.0" encoding="utf-8"?>
<ds:datastoreItem xmlns:ds="http://schemas.openxmlformats.org/officeDocument/2006/customXml" ds:itemID="{7F3ACC41-58ED-48C3-A9E3-87B1220C3A36}"/>
</file>

<file path=customXml/itemProps3.xml><?xml version="1.0" encoding="utf-8"?>
<ds:datastoreItem xmlns:ds="http://schemas.openxmlformats.org/officeDocument/2006/customXml" ds:itemID="{C1E74CA6-31CC-4E94-B4A0-47C28CF154BF}"/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188</TotalTime>
  <Words>253</Words>
  <Application>Microsoft Office PowerPoint</Application>
  <PresentationFormat>如螢幕大小 (4:3)</PresentationFormat>
  <Paragraphs>112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华文中宋</vt:lpstr>
      <vt:lpstr>微軟正黑體</vt:lpstr>
      <vt:lpstr>Gill Sans MT</vt:lpstr>
      <vt:lpstr>Verdana</vt:lpstr>
      <vt:lpstr>Wingdings 2</vt:lpstr>
      <vt:lpstr>夏至</vt:lpstr>
      <vt:lpstr>課題一 初次見面</vt:lpstr>
      <vt:lpstr>百家姓（1）</vt:lpstr>
      <vt:lpstr>百家姓（2）</vt:lpstr>
      <vt:lpstr>百家姓（3）</vt:lpstr>
      <vt:lpstr>百家姓（4）</vt:lpstr>
      <vt:lpstr>百家姓（5）</vt:lpstr>
    </vt:vector>
  </TitlesOfParts>
  <Company>vtc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Shum Hei</dc:creator>
  <cp:lastModifiedBy>FAN DONGPING</cp:lastModifiedBy>
  <cp:revision>20</cp:revision>
  <dcterms:created xsi:type="dcterms:W3CDTF">2012-03-22T06:30:14Z</dcterms:created>
  <dcterms:modified xsi:type="dcterms:W3CDTF">2021-08-30T02:41:42Z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0x01010084347471E60DA7449292AEBFFBA9AECF</vt:lpwstr>
  </property>
  <property fmtid="{D5CDD505-2E9C-101B-9397-08002B2CF9AE}" pid="3" name="Order">
    <vt:r8>5573300</vt:r8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